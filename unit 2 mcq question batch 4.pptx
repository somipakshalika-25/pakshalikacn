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F6E7D"/>
                </a:solidFill>
              </a:defRPr>
            </a:pPr>
            <a:r>
              <a:t>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7D"/>
                </a:solidFill>
              </a:defRPr>
            </a:pPr>
            <a:r>
              <a:t>Q16. ARQ retransmission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D37"/>
                </a:solidFill>
              </a:defRPr>
            </a:pPr>
            <a:r>
              <a:t>Link BER = 10⁻⁵ and frame size = 1000 bits. What is the probability that a frame contains an error (and may need retransmission)?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A. 0.01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B. 0.02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C. 0.05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D. 0.10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68880"/>
            <a:ext cx="5669280" cy="777240"/>
          </a:xfrm>
          <a:prstGeom prst="rect">
            <a:avLst/>
          </a:prstGeom>
          <a:solidFill>
            <a:srgbClr val="E1EFFA"/>
          </a:solidFill>
          <a:ln>
            <a:solidFill>
              <a:srgbClr val="B9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600" b="1">
                <a:solidFill>
                  <a:srgbClr val="144269"/>
                </a:solidFill>
              </a:defRPr>
            </a:pPr>
            <a:r>
              <a:t>Correct answer: A — 0.01 (approximately)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5204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P(error) = 1 − (1 − BER)ⁿ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= 1 − (1 − 10⁻⁵)¹⁰⁰⁰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≈ 0.00995 ≈ 0.01 (about 1%).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Computer Networks • Answers and worked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F6E7D"/>
                </a:solidFill>
              </a:defRPr>
            </a:pPr>
            <a:r>
              <a:t>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7D"/>
                </a:solidFill>
              </a:defRPr>
            </a:pPr>
            <a:r>
              <a:t>Q17. Stop-and-Wait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D37"/>
                </a:solidFill>
              </a:defRPr>
            </a:pPr>
            <a:r>
              <a:t>RTT = 50 ms, frame size = 1250 bytes, and link rate = 1 Mbps. Find the approximate throughput.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A. 0.2 Mbps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B. 0.4 Mbps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C. 0.8 Mbps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D. 1 Mbps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68880"/>
            <a:ext cx="5669280" cy="777240"/>
          </a:xfrm>
          <a:prstGeom prst="rect">
            <a:avLst/>
          </a:prstGeom>
          <a:solidFill>
            <a:srgbClr val="E1EFFA"/>
          </a:solidFill>
          <a:ln>
            <a:solidFill>
              <a:srgbClr val="B9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600" b="1">
                <a:solidFill>
                  <a:srgbClr val="144269"/>
                </a:solidFill>
              </a:defRPr>
            </a:pPr>
            <a:r>
              <a:t>Correct answer: A — approximately 0.2 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5204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Frame transmission time = (1250 × 8) / 1,000,000 = 10 ms.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Cycle time ≈ RTT + transmission time = 50 + 10 = 60 ms.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Throughput ≈ 10,000 bits / 0.06 s = 0.167 Mbps ≈ 0.2 Mbps.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Computer Networks • Answers and worked explanations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F6E7D"/>
                </a:solidFill>
              </a:defRPr>
            </a:pPr>
            <a:r>
              <a:t>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7D"/>
                </a:solidFill>
              </a:defRPr>
            </a:pPr>
            <a:r>
              <a:t>Q18. Go-Back-N maximum window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D37"/>
                </a:solidFill>
              </a:defRPr>
            </a:pPr>
            <a:r>
              <a:t>What is the maximum sender window size for Go-Back-N (GBN) when sequence numbers use k bits?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A. 2ᵏ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B. 2ᵏ − 1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C. 2(k − 1)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D. 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68880"/>
            <a:ext cx="5669280" cy="777240"/>
          </a:xfrm>
          <a:prstGeom prst="rect">
            <a:avLst/>
          </a:prstGeom>
          <a:solidFill>
            <a:srgbClr val="E1EFFA"/>
          </a:solidFill>
          <a:ln>
            <a:solidFill>
              <a:srgbClr val="B9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600" b="1">
                <a:solidFill>
                  <a:srgbClr val="144269"/>
                </a:solidFill>
              </a:defRPr>
            </a:pPr>
            <a:r>
              <a:t>Correct answer: B — 2ᵏ − 1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5204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With k-bit sequence numbers, there are 2ᵏ distinct sequence numbers.</a:t>
            </a:r>
          </a:p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</a:defRPr>
            </a:pPr>
            <a:r>
              <a:t>GBN reserves one sequence-number value to distinguish new frames from old ones, so the maximum window is 2ᵏ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Computer Networks • Answers and worked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F6E7D"/>
                </a:solidFill>
              </a:defRPr>
            </a:pPr>
            <a:r>
              <a:t>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7D"/>
                </a:solidFill>
              </a:defRPr>
            </a:pPr>
            <a:r>
              <a:t>Q19. Selective Repeat maximum window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D37"/>
                </a:solidFill>
              </a:defRPr>
            </a:pPr>
            <a:r>
              <a:t>What is the maximum window size for Selective Repeat (SR) when sequence numbers use k bits?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A. 2⁽ᵏ⁻¹⁾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B. 2ᵏ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C. k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D. 2ᵏ − 1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68880"/>
            <a:ext cx="5669280" cy="777240"/>
          </a:xfrm>
          <a:prstGeom prst="rect">
            <a:avLst/>
          </a:prstGeom>
          <a:solidFill>
            <a:srgbClr val="E1EFFA"/>
          </a:solidFill>
          <a:ln>
            <a:solidFill>
              <a:srgbClr val="B9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600" b="1">
                <a:solidFill>
                  <a:srgbClr val="144269"/>
                </a:solidFill>
              </a:defRPr>
            </a:pPr>
            <a:r>
              <a:t>Correct answer: A — 2⁽ᵏ⁻¹⁾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5204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</a:defRPr>
            </a:pPr>
            <a:r>
              <a:t>There are 2ᵏ sequence numbers. To prevent ambiguity between old and new frames after sequence numbers wrap around, the SR window can be at most half the sequence-number space: Wmax = 2ᵏ / 2 = 2⁽ᵏ⁻¹⁾.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Computer Networks • Answers and worked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F6E7D"/>
                </a:solidFill>
              </a:defRPr>
            </a:pPr>
            <a:r>
              <a:t>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7D"/>
                </a:solidFill>
              </a:defRPr>
            </a:pPr>
            <a:r>
              <a:t>Q20. Stop-and-Wait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D37"/>
                </a:solidFill>
              </a:defRPr>
            </a:pPr>
            <a:r>
              <a:t>RTT = 100 ms, frame size = 1000 bytes, and link rate = 10 Mbps. Find Stop-and-Wait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A. 0.08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B. 0.16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C. 0.32</a:t>
            </a:r>
          </a:p>
          <a:p>
            <a:pPr>
              <a:spcAft>
                <a:spcPts val="900"/>
              </a:spcAft>
              <a:defRPr sz="1800">
                <a:solidFill>
                  <a:srgbClr val="323C46"/>
                </a:solidFill>
              </a:defRPr>
            </a:pPr>
            <a:r>
              <a:t>D. 0.64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68880"/>
            <a:ext cx="5669280" cy="777240"/>
          </a:xfrm>
          <a:prstGeom prst="rect">
            <a:avLst/>
          </a:prstGeom>
          <a:solidFill>
            <a:srgbClr val="E1EFFA"/>
          </a:solidFill>
          <a:ln>
            <a:solidFill>
              <a:srgbClr val="B9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600" b="1">
                <a:solidFill>
                  <a:srgbClr val="144269"/>
                </a:solidFill>
              </a:defRPr>
            </a:pPr>
            <a:r>
              <a:t>Calculated efficiency: ≈ 0.008 (0.8%) — none of the listed options matches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5204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Transmission time = (1000 × 8) / 10,000,000 = 0.8 ms.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Ignoring ACK transmission time, efficiency ≈ Ttx / (RTT + Ttx)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= 0.8 / 100.8 ≈ 0.00794 = 0.794%.</a:t>
            </a:r>
          </a:p>
          <a:p>
            <a:pPr>
              <a:spcAft>
                <a:spcPts val="800"/>
              </a:spcAft>
              <a:defRPr sz="1500">
                <a:solidFill>
                  <a:srgbClr val="2D3741"/>
                </a:solidFill>
              </a:defRPr>
            </a:pPr>
            <a:r>
              <a:t>Note: the source image marks A, but 0.08 means 8%, which is inconsistent with this calculation.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Computer Networks • Answers and worked explanations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